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748d9629f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748d9629f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48d9629f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48d9629f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48d9629f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48d9629f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748d9629f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748d9629f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48d9629f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48d9629f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748d9629f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748d9629f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48d9629f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48d9629f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748d9629f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748d9629f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748d9629f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748d9629f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48d9629f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48d9629f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748d9629f_6_0)">
  <p:cSld name="Generated (g3d748d9629f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我在做一个final project 的slides，请帮我生成第一页，以下是内容： Scalable RAG Q&amp;A Where does a retrieval-augmented LLM pipeline break? CS6650 Final Project Yalin Sun April 2026" id="55" name="Google Shape;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把最底下的 Yalin Sun ｜ April 2026 去掉"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/>
          <p:cNvPicPr preferRelativeResize="0"/>
          <p:nvPr/>
        </p:nvPicPr>
        <p:blipFill rotWithShape="1">
          <a:blip r:embed="rId3">
            <a:alphaModFix/>
          </a:blip>
          <a:srcRect b="0" l="70" r="60" t="0"/>
          <a:stretch/>
        </p:blipFill>
        <p:spPr>
          <a:xfrm>
            <a:off x="-35700" y="0"/>
            <a:ext cx="9210675" cy="51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8" title="exp1_stage_breakdow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025" y="1629550"/>
            <a:ext cx="3922674" cy="29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 — Exp 1 Takeaway&#10;&#10;TITLE: Exp 1 takeaway — bottleneck confirmed&#10;&#10;HEADLINE: LLM inference is the bottleneck.&#10;&#10;BULLETS:&#10;&#10;99.8% of total time spent in generation at all three concurrency levels&#10;Ollama is effectively single-threaded on CPU → RPS ceiling ~0.12&#10;Secondary bottlenecks emerge at c=200 (retrieve 10× slower, embed 3×) but still &lt;1% of total&#10;“0 failures” at c=200 is misleading — ~180 requests in-flight when the window ended&#10;IMPLICATION (italic / callout): Optimization/scaling effort should target the LLM tier, not retrieval." id="81" name="Google Shape;8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右边的图片可以先设置为空吗？我会自己替换成真实的结果的图片" id="86" name="Google Shape;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0" title="exp2_retrieve_vs_inde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025" y="1634245"/>
            <a:ext cx="3961600" cy="301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 — Exp 3 Results&#10;&#10;TITLE: Exp 3 — Horizontal scaling (1 / 2 / 4 replicas)&#10;&#10;LEFT COLUMN&#10;&#10;TABLE (Metric vs r=1, r=2, r=4):&#10;&#10;Metric r=1 r=2 r=4&#10;Completed 6 20 53&#10;Mean (s) 155 56 21&#10;P50 (s) 170 9.5 4.0&#10;P95 (s) 260 291 172&#10;RPS 0.02 0.07 0.19&#10;TEXT:&#10;&#10;RPS 9.5× for 4× replicas.&#10;But P50 and P95 diverge — why?&#10;RIGHT COLUMN&#10;&#10;FIGURE: empty (full width of that column)" id="92" name="Google Shape;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1" title="exp3_latency_percenti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0580" y="1614800"/>
            <a:ext cx="4039400" cy="306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2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2" title="exp3_latency_h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000" y="992225"/>
            <a:ext cx="8715998" cy="231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 — Conclusions&#10;&#10;TITLE: Cross-experiment conclusions&#10;&#10;NUMBERED:&#10;&#10;LLM inference is the bottleneck (Exp 1, 99.8% of total latency)&#10;Retrieval is effectively free at practical scale (Exp 2, +19% for 100× data)&#10;Horizontal scaling works — but only after state decoupling (Exp 3, bimodal)&#10;SUBHEADING: Recommended architecture evolution:&#10;&#10;BULLETS:&#10;&#10;Externalize Qdrant (shared managed service / EFS)&#10;Scale LLM-bearing replicas aggressively (Exp 1 points here)&#10;Leave retrieval headroom alone until &gt;1 M chunks (Exp 2)&#10;FOOTER (centered, italic): Code &amp; data: github.com/.../Scalable-LLM-backed-Q-A-System-with-RAG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